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6" d="100"/>
          <a:sy n="96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1A0D48-EC37-462A-9D1A-0CE89B8D53DE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3A865-8391-4C27-B9DE-92248C813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533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demo, screenshots, aim, end users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3A865-8391-4C27-B9DE-92248C8131A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67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Demosntrate</a:t>
            </a:r>
            <a:r>
              <a:rPr lang="en-US"/>
              <a:t>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3A865-8391-4C27-B9DE-92248C8131A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00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300F-38CC-449B-A7A9-D60F53B164D3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60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2611-DD4C-4620-BABB-D54AAD220BDD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260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DF08-B831-4D7D-8F2E-70220F71028A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16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D171-02E8-4546-BA9D-6EC8E2F86165}" type="datetime1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769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A057-BE46-4290-9A22-729514A6CA1F}" type="datetime1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253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AFA4-D799-41CE-819F-4658A62ABC6B}" type="datetime1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533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C45A-AC76-46D7-B721-A60300F0ADD1}" type="datetime1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16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49A1-375F-41EB-9771-4FB65EB35DCF}" type="datetime1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51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C11D5-85C3-4E58-B81E-8B667C909A2E}" type="datetime1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875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4D342-C372-4593-BE6C-B0F65FB5DE29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03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7DED-A424-4759-A5EF-3A2B5CABD579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2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181E-0D66-4DB6-B0D7-A527DEB9BF1C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92726-063F-4B8D-A6E6-A84087823C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56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5000">
              <a:schemeClr val="accent1">
                <a:lumMod val="20000"/>
                <a:lumOff val="80000"/>
              </a:schemeClr>
            </a:gs>
            <a:gs pos="7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5816" y="2817083"/>
            <a:ext cx="9524104" cy="3539267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 Harish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1MS24MC045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Komala R</a:t>
            </a:r>
          </a:p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65D42-148A-7819-5DF2-B66C696D314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6" y="0"/>
            <a:ext cx="2269676" cy="936460"/>
          </a:xfrm>
          <a:prstGeom prst="rect">
            <a:avLst/>
          </a:prstGeom>
        </p:spPr>
      </p:pic>
      <p:sp>
        <p:nvSpPr>
          <p:cNvPr id="5" name="Text Box 2"/>
          <p:cNvSpPr txBox="1">
            <a:spLocks noGrp="1" noChangeArrowheads="1"/>
          </p:cNvSpPr>
          <p:nvPr>
            <p:ph type="ctrTitle"/>
          </p:nvPr>
        </p:nvSpPr>
        <p:spPr bwMode="auto">
          <a:xfrm>
            <a:off x="2623458" y="284225"/>
            <a:ext cx="6706560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Department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of Master of Computer Applications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7541" y="1100000"/>
            <a:ext cx="1149723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Architecting Universal AI Agents: Tool Integration and Interoperability using the Model Context Protocol (MCP)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FDD8-62D4-44D7-99A0-AF3D162ED04E}" type="datetime1">
              <a:rPr lang="en-IN" smtClean="0"/>
              <a:t>18-05-2026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883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802" y="670633"/>
            <a:ext cx="11490063" cy="70634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867" y="1750133"/>
            <a:ext cx="11074998" cy="478877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AI Agents and the Tool Integration Challenge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MCP Client Integration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Metrics and Performance Analysis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2611-DD4C-4620-BABB-D54AAD220BDD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2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65D42-148A-7819-5DF2-B66C696D31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6" y="0"/>
            <a:ext cx="1598239" cy="6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0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668" y="647684"/>
            <a:ext cx="10515600" cy="5707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668" y="1437680"/>
            <a:ext cx="11117132" cy="4739283"/>
          </a:xfrm>
        </p:spPr>
        <p:txBody>
          <a:bodyPr/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AI Agents: Autonomous systems that perceive, reason, and act upon their environment using tools and external data sources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Tool Integration Challenge: Connecting N AI models to M data sources traditionally requires N×M custom implementations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Model Context Protocol (MCP): An open standard introduced by Anthropic in November 2024 to solve this interoperability problem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Often called the “USB-C for AI” — a universal interface that lets any AI application connect to any data source or tool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Built on JSON-RPC 2.0, inspired by the Language Server Protocol (LSP) that standardized IDE-language integrations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Goal: Replace fragmented, vendor-specific connectors with a single, open protocol for the entire AI ecosystem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2611-DD4C-4620-BABB-D54AAD220BDD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65D42-148A-7819-5DF2-B66C696D31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6" y="0"/>
            <a:ext cx="1598239" cy="6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3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668" y="647684"/>
            <a:ext cx="10515600" cy="5707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: MCP Client Integration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668" y="1437680"/>
            <a:ext cx="11117132" cy="4739283"/>
          </a:xfrm>
        </p:spPr>
        <p:txBody>
          <a:bodyPr/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Three-layer model — Host (AI application), Client (protocol connector), and Server (tool/data provider)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Layer: stdio for local communication; Streamable HTTP with Server-Sent Events (SSE) for remote connections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Capability Negotiation: Client and server exchange supported features during initialization handshake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Tool Discovery: Client queries server for available tools, resources, and prompts via standardized JSON-RPC messages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Tool Invocation: AI model selects a tool, client sends the request to the appropriate MCP server, and returns results to the model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Example Flow: Claude Desktop → MCP Client → MCP Server (GitHub) → executes “list pull requests” → returns structured data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2611-DD4C-4620-BABB-D54AAD220BDD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65D42-148A-7819-5DF2-B66C696D31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6" y="0"/>
            <a:ext cx="1598239" cy="6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59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668" y="647684"/>
            <a:ext cx="10515600" cy="570790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Adoption Metrics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Performance Analysis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668" y="1437680"/>
            <a:ext cx="11650532" cy="491867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SDK Downloads: Over 97 million monthly downloads across Python, TypeScript, Java, C#, Go, Rust, and other languages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Ecosystem: 10,000+ public MCP servers available, covering databases, APIs, developer tools, and enterprise systems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AI Providers: Adopted by OpenAI, Google DeepMind, and Microsoft — validating MCP as an industry-wide standard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Tools: Integrated into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Sourcegraph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Zed,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Codeium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Cursor for AI-assisted software development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Adoption: Block (Square), Apollo, and other companies deployed MCP for production AI workflows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Growth: Open-source contributions from thousands of developers; “Awesome MCP Servers” repository with 1,000+ connectors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2611-DD4C-4620-BABB-D54AAD220BDD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65D42-148A-7819-5DF2-B66C696D31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6" y="0"/>
            <a:ext cx="1598239" cy="6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78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668" y="647684"/>
            <a:ext cx="10515600" cy="5707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668" y="1437680"/>
            <a:ext cx="11650532" cy="4918670"/>
          </a:xfrm>
        </p:spPr>
        <p:txBody>
          <a:bodyPr/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MCP successfully standardizes how AI agents discover and use external tools, solving the N×M integration problem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protocol transforms a fragmented landscape into a unified ecosystem where one server implementation serves all AI clients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JSON-RPC 2.0 foundation and LSP-inspired architecture provide a proven, lightweight, and extensible communication layer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Open governance under the Linux Foundation ensures long-term vendor neutrality and community-driven evolution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Rapid adoption by major AI providers (Anthropic, OpenAI, Google) validates MCP as the de facto standard for AI interoperability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MCP lays the foundation for the agentic AI era — where AI systems can seamlessly collaborate with tools and with each other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2611-DD4C-4620-BABB-D54AAD220BDD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65D42-148A-7819-5DF2-B66C696D31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6" y="0"/>
            <a:ext cx="1598239" cy="6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668" y="647684"/>
            <a:ext cx="10515600" cy="5707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668" y="1437680"/>
            <a:ext cx="11650532" cy="4918670"/>
          </a:xfrm>
        </p:spPr>
        <p:txBody>
          <a:bodyPr/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Security: OAuth 2.1 integration and fine-grained, per-tool access control for enterprise-grade authorization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Streamable HTTP Transport: Replacing SSE-based connections with more efficient bidirectional streaming protocols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Orchestration: Extending MCP to support agent-to-agent communication and collaborative task execution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Gateway Patterns: Centralized MCP gateways for unified logging, rate limiting, and policy enforcement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Testing Frameworks: Tools for validating MCP server compliance and interoperability across implementations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Cross-Protocol Bridges: Integrating MCP with existing enterprise standards (OpenAPI, GraphQL) for broader adoption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2611-DD4C-4620-BABB-D54AAD220BDD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65D42-148A-7819-5DF2-B66C696D31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6" y="0"/>
            <a:ext cx="1598239" cy="6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986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668" y="647684"/>
            <a:ext cx="10515600" cy="5707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668" y="1437680"/>
            <a:ext cx="11650532" cy="4918670"/>
          </a:xfrm>
        </p:spPr>
        <p:txBody>
          <a:bodyPr/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Anthropic, “Introducing the Model Context Protocol,” Nov 2024. https://www.anthropic.com/news/model-context-protocol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Model Context Protocol Specification (2025-11-25). https://modelcontextprotocol.io/specification/2025-11-25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Model Context Protocol — Wikipedia. https://en.wikipedia.org/wiki/Model_Context_Protocol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MCP SDKs and Reference Servers. https://github.com/modelcontextprotocol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Yao, S. et al., “ReAct: Synergizing Reasoning and Acting in Language Models,” ICLR 2023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 Foundation, “Agentic AI Foundation (AAIF),” Dec 2025. Co-founded by Anthropic, Block, and OpenAI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Schick, T. et al., “Toolformer: Language Models Can Teach Themselves to Use Tools,” NeurIPS 2023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2611-DD4C-4620-BABB-D54AAD220BDD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65D42-148A-7819-5DF2-B66C696D31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6" y="0"/>
            <a:ext cx="1598239" cy="6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54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72728"/>
            <a:ext cx="10515600" cy="5707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2611-DD4C-4620-BABB-D54AAD220BDD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2726-063F-4B8D-A6E6-A84087823C18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65D42-148A-7819-5DF2-B66C696D31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6" y="0"/>
            <a:ext cx="1598239" cy="6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90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808</Words>
  <Application>Microsoft Office PowerPoint</Application>
  <PresentationFormat>Widescreen</PresentationFormat>
  <Paragraphs>82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Department of Master of Computer Applications</vt:lpstr>
      <vt:lpstr>Agenda</vt:lpstr>
      <vt:lpstr>Introduction</vt:lpstr>
      <vt:lpstr>Implementation: MCP Client Integration</vt:lpstr>
      <vt:lpstr>Adoption Metrics and Performance Analysis</vt:lpstr>
      <vt:lpstr>Conclusion</vt:lpstr>
      <vt:lpstr>Future Work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Master of Computer Applications IV Semester, MCA Code:  MCAS1</dc:title>
  <dc:creator>admin</dc:creator>
  <cp:lastModifiedBy>Shivayogi  V Ballolli</cp:lastModifiedBy>
  <cp:revision>20</cp:revision>
  <dcterms:created xsi:type="dcterms:W3CDTF">2026-04-23T07:02:10Z</dcterms:created>
  <dcterms:modified xsi:type="dcterms:W3CDTF">2026-05-18T12:19:42Z</dcterms:modified>
</cp:coreProperties>
</file>