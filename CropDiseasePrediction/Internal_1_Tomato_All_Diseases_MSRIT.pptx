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Tomato Leaf Disease Detection using Deep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Industry Internship (MCAIN)</a:t>
            </a:r>
          </a:p>
          <a:p>
            <a:r>
              <a:t>Department of Master of Computer Applications</a:t>
            </a:r>
          </a:p>
          <a:p>
            <a:r>
              <a:t>M S Ramaiah Institute of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and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Tomato crop yield is heavily affected by leaf diseases if detection is delayed.</a:t>
            </a:r>
          </a:p>
          <a:p>
            <a:pPr/>
            <a:r>
              <a:t>Manual diagnosis needs expert support and is difficult in large farms.</a:t>
            </a:r>
          </a:p>
          <a:p>
            <a:pPr/>
            <a:r>
              <a:t>Objective: classify tomato leaf image into one of the major disease classes.</a:t>
            </a:r>
          </a:p>
          <a:p>
            <a:pPr/>
            <a:r>
              <a:t>Outcome: low-cost and fast AI-based decision support for farmers.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Build a multi-class image classifier for tomato diseases.</a:t>
            </a:r>
          </a:p>
          <a:p>
            <a:pPr/>
            <a:r>
              <a:t>Use transfer learning to improve accuracy with limited training time.</a:t>
            </a:r>
          </a:p>
          <a:p>
            <a:pPr/>
            <a:r>
              <a:t>Evaluate with accuracy, precision, recall, F1-score, and confusion matrix.</a:t>
            </a:r>
          </a:p>
          <a:p>
            <a:pPr/>
            <a:r>
              <a:t>Deploy a simple Streamlit UI for practical demonstration.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and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Dataset source: PlantVillage (Zenodo).</a:t>
            </a:r>
          </a:p>
          <a:p>
            <a:pPr/>
            <a:r>
              <a:t>Selected 10 tomato classes:</a:t>
            </a:r>
          </a:p>
          <a:p>
            <a:pPr lvl="1"/>
            <a:r>
              <a:t>Tomato___Bacterial_spot, Tomato___Early_blight, Tomato___Late_blight</a:t>
            </a:r>
          </a:p>
          <a:p>
            <a:pPr lvl="1"/>
            <a:r>
              <a:t>Tomato___Leaf_Mold, Tomato___Septoria_leaf_spot, Tomato___Target_Spot</a:t>
            </a:r>
          </a:p>
          <a:p>
            <a:pPr lvl="1"/>
            <a:r>
              <a:t>Tomato___Spider_mites, Tomato___Tomato_mosaic_virus</a:t>
            </a:r>
          </a:p>
          <a:p>
            <a:pPr lvl="1"/>
            <a:r>
              <a:t>Tomato___Tomato_Yellow_Leaf_Curl_Virus, Tomato___healthy</a:t>
            </a:r>
          </a:p>
          <a:p>
            <a:pPr/>
            <a:r>
              <a:t>Train-validation split used for unbiased evaluation.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and Technologies (CO1)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Language: Python</a:t>
            </a:r>
          </a:p>
          <a:p>
            <a:pPr/>
            <a:r>
              <a:t>Libraries: PyTorch, torchvision, scikit-learn, matplotlib</a:t>
            </a:r>
          </a:p>
          <a:p>
            <a:pPr/>
            <a:r>
              <a:t>Model: ResNet18 transfer learning</a:t>
            </a:r>
          </a:p>
          <a:p>
            <a:pPr/>
            <a:r>
              <a:t>UI: Streamlit for image upload and prediction display</a:t>
            </a:r>
          </a:p>
          <a:p>
            <a:pPr/>
            <a:r>
              <a:t>Environment: Windows + virtual environment + VS Code/Cursor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 preprocessing: resize, normalization, and augmentation.</a:t>
            </a:r>
          </a:p>
          <a:p>
            <a:pPr/>
            <a:r>
              <a:t>Model training with cross-entropy loss and Adam optimizer.</a:t>
            </a:r>
          </a:p>
          <a:p>
            <a:pPr/>
            <a:r>
              <a:t>Validation after each epoch and best model checkpoint saving.</a:t>
            </a:r>
          </a:p>
          <a:p>
            <a:pPr/>
            <a:r>
              <a:t>Inference pipeline: input image -&gt; transform -&gt; model -&gt; predicted class.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Input: Tomato leaf image captured from mobile/camera.</a:t>
            </a:r>
          </a:p>
          <a:p>
            <a:pPr/>
            <a:r>
              <a:t>Preprocessing: image transform and tensor conversion.</a:t>
            </a:r>
          </a:p>
          <a:p>
            <a:pPr/>
            <a:r>
              <a:t>Deep model: ResNet18 fine-tuned on tomato classes.</a:t>
            </a:r>
          </a:p>
          <a:p>
            <a:pPr/>
            <a:r>
              <a:t>Output: disease class with confidence score.</a:t>
            </a:r>
          </a:p>
          <a:p>
            <a:pPr/>
            <a:r>
              <a:t>Optional extension: treatment recommendation mapping per class.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Accuracy: overall percentage of correct predictions.</a:t>
            </a:r>
          </a:p>
          <a:p>
            <a:pPr/>
            <a:r>
              <a:t>Precision: reliability of positive predictions per class.</a:t>
            </a:r>
          </a:p>
          <a:p>
            <a:pPr/>
            <a:r>
              <a:t>Recall: ability to detect actual class instances.</a:t>
            </a:r>
          </a:p>
          <a:p>
            <a:pPr/>
            <a:r>
              <a:t>F1-score: harmonic mean of precision and recall.</a:t>
            </a:r>
          </a:p>
          <a:p>
            <a:pPr/>
            <a:r>
              <a:t>Confusion matrix: class-wise error analysis.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Latest 10-class tomato benchmark run (data_tomato_small):</a:t>
            </a:r>
          </a:p>
          <a:p>
            <a:pPr/>
            <a:r>
              <a:t>Train/Val images: 2000 / 759 | Epochs: 1</a:t>
            </a:r>
          </a:p>
          <a:p>
            <a:pPr/>
            <a:r>
              <a:t>Validation Accuracy: 10.54%</a:t>
            </a:r>
          </a:p>
          <a:p>
            <a:pPr/>
            <a:r>
              <a:t>F1-score (macro): 0.0191</a:t>
            </a:r>
          </a:p>
          <a:p>
            <a:pPr/>
            <a:r>
              <a:t>Confusion matrix and full class-wise data saved in models_tomato10_fast/metrics.json</a:t>
            </a:r>
          </a:p>
          <a:p>
            <a:pPr/>
            <a:r>
              <a:t>Interpretation: this is a baseline; longer training and pretrained weights are next.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(CO2)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Step 1: Start Streamlit app and upload tomato leaf image.</a:t>
            </a:r>
          </a:p>
          <a:p>
            <a:pPr/>
            <a:r>
              <a:t>Step 2: System predicts disease class and confidence score.</a:t>
            </a:r>
          </a:p>
          <a:p>
            <a:pPr/>
            <a:r>
              <a:t>Step 3: Display top-k predictions for interpretability.</a:t>
            </a:r>
          </a:p>
          <a:p>
            <a:pPr/>
            <a:r>
              <a:t>Step 4: Explain model behavior with confusion matrix references.</a:t>
            </a:r>
          </a:p>
          <a:p>
            <a:pPr/>
            <a:r>
              <a:t>Live demo proves practical utility of learned tools and technologies.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Relevance (CO1)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Supports precision agriculture and early intervention.</a:t>
            </a:r>
          </a:p>
          <a:p>
            <a:pPr/>
            <a:r>
              <a:t>Reduces dependency on immediate expert consultation.</a:t>
            </a:r>
          </a:p>
          <a:p>
            <a:pPr/>
            <a:r>
              <a:t>Can be integrated into agri-advisory mobile applications.</a:t>
            </a:r>
          </a:p>
          <a:p>
            <a:pPr/>
            <a:r>
              <a:t>Useful for farmers, agri startups, and extension centers.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Current dataset is controlled; real-field images are more complex.</a:t>
            </a:r>
          </a:p>
          <a:p>
            <a:pPr/>
            <a:r>
              <a:t>Future work: field data collection with varied lighting/background.</a:t>
            </a:r>
          </a:p>
          <a:p>
            <a:pPr/>
            <a:r>
              <a:t>Add explainable AI visualization (Grad-CAM).</a:t>
            </a:r>
          </a:p>
          <a:p>
            <a:pPr/>
            <a:r>
              <a:t>Add remedy recommendation and multilingual advisory output.</a:t>
            </a:r>
          </a:p>
          <a:p>
            <a:pPr/>
            <a:r>
              <a:t>Deploy as mobile app/API for real-time usage.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Outcomes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CO1: Learned and applied industry-relevant AI tools and technologies.</a:t>
            </a:r>
          </a:p>
          <a:p>
            <a:pPr/>
            <a:r>
              <a:t>CO2: Implemented and demonstrated practical end-to-end DL pipeline.</a:t>
            </a:r>
          </a:p>
          <a:p>
            <a:pPr/>
            <a:r>
              <a:t>CO3: Structured technical report, presentation, and viva readiness.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Tomato disease classification using deep learning is feasible and effective.</a:t>
            </a:r>
          </a:p>
          <a:p>
            <a:pPr/>
            <a:r>
              <a:t>Project delivers an academic and practical proof-of-concept solution.</a:t>
            </a:r>
          </a:p>
          <a:p>
            <a:pPr/>
            <a:r>
              <a:t>Approach is scalable to multi-crop disease monitoring with additional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Questions and Discussion</a:t>
            </a:r>
          </a:p>
          <a:p>
            <a:pPr/>
            <a:r>
              <a:t>Name: Krishna Harish</a:t>
            </a:r>
          </a:p>
          <a:p>
            <a:pPr/>
            <a:r>
              <a:t>Program: MCA</a:t>
            </a:r>
          </a:p>
          <a:p>
            <a:pPr/>
            <a:r>
              <a:t>Institution: M S Ramaiah Institute of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