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hxGCFlAFcwn5H6UeEvS4PAFt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None/>
              <a:defRPr sz="2400">
                <a:solidFill>
                  <a:srgbClr val="741B47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100">
                <a:solidFill>
                  <a:schemeClr val="dk2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Font typeface="Times New Roman"/>
              <a:buNone/>
              <a:defRPr sz="2400" b="1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  <a:defRPr sz="220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9;p18" title="RI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73150" cy="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/>
        </p:nvSpPr>
        <p:spPr>
          <a:xfrm>
            <a:off x="90525" y="6322325"/>
            <a:ext cx="3606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MCA, RIT</a:t>
            </a:r>
            <a:endParaRPr sz="1700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strike="noStrike">
                <a:solidFill>
                  <a:schemeClr val="dk1"/>
                </a:solidFill>
              </a:rPr>
              <a:t>Project Title</a:t>
            </a:r>
            <a:endParaRPr b="0" strike="noStrike">
              <a:solidFill>
                <a:schemeClr val="dk1"/>
              </a:solidFill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292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Crop Disease Prediction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Krishna Harish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1MS24MC045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Komala R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Ramaiah Institute of Technology</a:t>
            </a:r>
            <a:endParaRPr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Problem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Statement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Define the problem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Importance</a:t>
            </a:r>
            <a:endParaRPr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Real-world relevance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Objectives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Objective 1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Objective 2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Objective 3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Methodology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Approach used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Tools/techniques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Justification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(Include diagram)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Design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Architecture diagram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Modules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Data flow</a:t>
            </a:r>
            <a:endParaRPr b="0">
              <a:solidFill>
                <a:schemeClr val="dk1"/>
              </a:solidFill>
            </a:endParaRPr>
          </a:p>
          <a:p>
            <a:pPr marL="34308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{indicating the changes incorporated}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Tools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&amp;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Technologies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Languages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Frameworks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Tools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Platforms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Algorithms used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Modules implemented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Code snippets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Workflow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Step-by-step process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Pipeline if applicable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Results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Screenshots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Graphs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Performance metrics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Challenges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Issues faced</a:t>
            </a:r>
            <a:endParaRPr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Solutions applied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Demo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Live demo / screenshots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References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chemeClr val="dk1"/>
                </a:solidFill>
              </a:rPr>
              <a:t>[1] Books</a:t>
            </a:r>
            <a:endParaRPr b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chemeClr val="dk1"/>
                </a:solidFill>
              </a:rPr>
              <a:t>[2] Papers</a:t>
            </a:r>
            <a:endParaRPr b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chemeClr val="dk1"/>
                </a:solidFill>
              </a:rPr>
              <a:t>[3] Web resources</a:t>
            </a:r>
            <a:endParaRPr b="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</Words>
  <Application>Microsoft Office PowerPoint</Application>
  <PresentationFormat>On-screen Show (4:3)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Internal-1</vt:lpstr>
      <vt:lpstr>Project Title</vt:lpstr>
      <vt:lpstr>Problem Statement</vt:lpstr>
      <vt:lpstr>Objectives</vt:lpstr>
      <vt:lpstr>Methodology</vt:lpstr>
      <vt:lpstr>System Design</vt:lpstr>
      <vt:lpstr>Tools &amp; Technologies</vt:lpstr>
      <vt:lpstr>Implementation</vt:lpstr>
      <vt:lpstr>Workflow</vt:lpstr>
      <vt:lpstr>Results</vt:lpstr>
      <vt:lpstr>Challenges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Harish</cp:lastModifiedBy>
  <cp:revision>2</cp:revision>
  <dcterms:created xsi:type="dcterms:W3CDTF">2013-01-27T09:14:16Z</dcterms:created>
  <dcterms:modified xsi:type="dcterms:W3CDTF">2026-04-29T09:54:37Z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